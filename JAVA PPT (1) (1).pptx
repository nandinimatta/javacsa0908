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1" r:id="rId6"/>
    <p:sldId id="264" r:id="rId7"/>
    <p:sldId id="265" r:id="rId8"/>
    <p:sldId id="282" r:id="rId9"/>
    <p:sldId id="283" r:id="rId10"/>
    <p:sldId id="278" r:id="rId11"/>
    <p:sldId id="266" r:id="rId12"/>
    <p:sldId id="285" r:id="rId13"/>
    <p:sldId id="284" r:id="rId14"/>
    <p:sldId id="280" r:id="rId15"/>
    <p:sldId id="275" r:id="rId16"/>
    <p:sldId id="286" r:id="rId17"/>
    <p:sldId id="271" r:id="rId18"/>
    <p:sldId id="276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B831C-167A-438A-8D9C-439B450D7E55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BA1D4-2CC8-4851-984B-6E6E8B912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850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BA1D4-2CC8-4851-984B-6E6E8B9125A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560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2D6E5-EAC8-875B-C71E-7A0C559630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E35963-CCD4-3E3D-3CC4-2951EB15C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8451B-95B8-66BB-EA08-8242E1648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9E8A-2218-4EE2-957C-62A01D67DE4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4531C-02C7-D8A4-5BCB-2625F52FC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C26F8-9808-4ADD-7F12-F9C36885B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2F3-54D7-4869-8350-DA16F0112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555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9973-55FC-88DF-6EFC-3BDA5547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4402C-4801-9680-989E-A0B1C8646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C2FD6-1CB5-4F67-55EE-6FAB157F7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9E8A-2218-4EE2-957C-62A01D67DE4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B7A0B-3B54-E850-0C85-8000E53A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75CFB-348F-4FD1-6C9C-0A3E7D48B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2F3-54D7-4869-8350-DA16F0112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363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F675F-9771-1646-F8A8-56D396FCF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09747-09E0-452D-57D7-9BCE50500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EAB0A-7198-0B7B-297E-F74A423F5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9E8A-2218-4EE2-957C-62A01D67DE4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AC4CE-9140-CB9A-F431-E14B4FCF7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3C10A-2122-44B2-2496-C5366ED12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2F3-54D7-4869-8350-DA16F0112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977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5339A-C5D7-0597-F232-3897A7310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954AD-DEC3-40D7-018F-04A2AA784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908F7-BD5F-5854-472A-E64733B7C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2FDD9-54F2-6027-2741-617FC78C0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9E8A-2218-4EE2-957C-62A01D67DE4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8A1E9-20B7-8696-8BD9-05D1A37E3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485DF-C296-B8D1-07AC-E3CF3CEB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2F3-54D7-4869-8350-DA16F0112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262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A617-6200-D877-D183-95C0A1E92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DB07A-234C-2903-22BE-DEAD31674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D35F2-7288-90BD-3DB0-5ECB0343B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6614E4-5DA8-F6E6-AAC3-278AAB132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EE2FC4-682C-1B08-0958-4C5562FAA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49838A-B312-107D-EC50-2DF64F248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9E8A-2218-4EE2-957C-62A01D67DE4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8B0C1F-8308-26AF-72FD-834623006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30665-1EA5-CB64-0470-539AFB3E7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2F3-54D7-4869-8350-DA16F0112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899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70E65-B6FD-D66D-5C69-9607795B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B3DAC8-95EC-584A-17EA-84D8B4061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9E8A-2218-4EE2-957C-62A01D67DE4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5BCAD6-61CA-C736-3980-EE1B23D5F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46544E-2BB6-7386-CEEF-F5128AACB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2F3-54D7-4869-8350-DA16F0112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057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2B3A9-6B92-4379-FC42-19764D35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9E8A-2218-4EE2-957C-62A01D67DE4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BBE317-9A08-1945-37CD-FCE16F6AB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37416-4EBC-3FC0-B592-6A824F27B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2F3-54D7-4869-8350-DA16F0112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064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525E-3A9F-CC28-5116-B397F96FF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075D7-CAC3-3859-441E-CE494F29B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AED0E-E786-6E21-2325-CDE6CF3CE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BA9DB-78C3-1A6B-0DA3-545BB338B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9E8A-2218-4EE2-957C-62A01D67DE4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5A301-7D38-6FD3-C190-9C0E2848F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0DD8B-48B3-E0C0-D7B5-E68839FCA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2F3-54D7-4869-8350-DA16F0112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814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CB1C5-DA55-D997-3F0E-CFBAFE8BE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257A4A-2235-CDDF-D6C2-BEB56667DC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05F15-1566-DAEE-099D-853D38DED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956895-1CC6-3B49-5736-4B59E2576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9E8A-2218-4EE2-957C-62A01D67DE4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5FA6F-166A-5266-CAAD-BC236830F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64FE6-5512-1501-0F27-D1A4D7F6A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2F3-54D7-4869-8350-DA16F0112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602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7B60F-FE62-C80C-0384-5CD1D32A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AD8C1-F7E7-EC09-6ABC-CC4004A89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00D0A-2653-AE63-1545-BB958020B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9E8A-2218-4EE2-957C-62A01D67DE4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1C047-0A58-44D5-3F9D-0E0E8D2B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2B2C2-201E-3D3A-9F19-7675D43E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2F3-54D7-4869-8350-DA16F0112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958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8EC8D9-084C-B6EF-B10D-2BEEA71403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3E65F-0EF6-C114-61B2-4AF5FB74A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7F800-F436-F8E3-EF8A-4B23FF39D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9E8A-2218-4EE2-957C-62A01D67DE4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09541-1301-5532-7F0C-1A6C9855A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05096-F24E-09A6-4C0D-820BFF300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2F3-54D7-4869-8350-DA16F0112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97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A59E29-4AFC-0B38-25DD-44CDAB27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201A8-25F4-C149-345B-C2C4122A7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2831F-AA9E-2DAE-AB97-6FC43DC53A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859E8A-2218-4EE2-957C-62A01D67DE4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6BAF6-34E1-6C04-5FDE-9C8B1B545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5F198-93EA-62AE-F30D-A8ED41E5E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342F3-54D7-4869-8350-DA16F0112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939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5101CD-57FE-201E-83FB-CFB9D160E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675" y="3620331"/>
            <a:ext cx="10591800" cy="3036433"/>
          </a:xfrm>
        </p:spPr>
        <p:txBody>
          <a:bodyPr>
            <a:normAutofit fontScale="92500" lnSpcReduction="20000"/>
          </a:bodyPr>
          <a:lstStyle/>
          <a:p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CSA0908-Programming in JAVA</a:t>
            </a:r>
          </a:p>
          <a:p>
            <a:endParaRPr lang="en-US" sz="2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l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P.Prasanna Sree(192324309)</a:t>
            </a:r>
          </a:p>
          <a:p>
            <a:pPr algn="l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Nandini M(192311417)</a:t>
            </a:r>
          </a:p>
          <a:p>
            <a:pPr algn="l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Ramya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(192324262)</a:t>
            </a:r>
          </a:p>
          <a:p>
            <a:pPr algn="r"/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r"/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Meganathan 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B8362A-EE7B-5DC6-E83B-108D4C8EA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384" y="255665"/>
            <a:ext cx="9815411" cy="1012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8CAF49-7260-9850-011E-807F6CE22C78}"/>
              </a:ext>
            </a:extLst>
          </p:cNvPr>
          <p:cNvSpPr txBox="1"/>
          <p:nvPr/>
        </p:nvSpPr>
        <p:spPr>
          <a:xfrm>
            <a:off x="1413163" y="2088573"/>
            <a:ext cx="899852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Digital Law Firm Management System using Java</a:t>
            </a:r>
          </a:p>
          <a:p>
            <a:pPr algn="ctr"/>
            <a:endParaRPr lang="en-IN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1809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511B-C63E-D930-FE04-E193F993D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351191"/>
            <a:ext cx="4322618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93ABE8-74EA-98B7-CA02-BA949CC8D1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5072" y="1956247"/>
            <a:ext cx="6135585" cy="406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 firms handle large amounts of client, case, and legal document data.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manual systems are time-consuming and error-prone.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management system helps automate legal operations.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technology provides a secure and scalable platform for development.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8DC6F3-413B-03AA-C2F9-644008E08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91" y="337259"/>
            <a:ext cx="1103472" cy="1353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2DD8BF-4441-8AC5-0C42-D2B073796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498" y="343353"/>
            <a:ext cx="1381596" cy="1227474"/>
          </a:xfrm>
          <a:prstGeom prst="rect">
            <a:avLst/>
          </a:prstGeom>
        </p:spPr>
      </p:pic>
      <p:pic>
        <p:nvPicPr>
          <p:cNvPr id="5" name="Picture 4" descr="Everything about the Legal Document Management System - Legodesk">
            <a:extLst>
              <a:ext uri="{FF2B5EF4-FFF2-40B4-BE49-F238E27FC236}">
                <a16:creationId xmlns:a16="http://schemas.microsoft.com/office/drawing/2014/main" id="{E57A019B-0576-E7ED-646F-3A9BFEC6E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657" y="1942313"/>
            <a:ext cx="4787118" cy="356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99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2A540-3361-0F97-E82A-0D737CC32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1" y="351191"/>
            <a:ext cx="5715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ROBLEM DEFINITION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6ECE0C-ED49-3E23-92AA-31BD89AE4E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0556" y="2310290"/>
            <a:ext cx="5715000" cy="3448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Problems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case management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document tracking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client communication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data loss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appointment scheduling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53D007-BAB0-44E4-A5FD-4CB72647D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91" y="337259"/>
            <a:ext cx="1103472" cy="1353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73C44C-AB12-284E-3B5E-65E492368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498" y="343353"/>
            <a:ext cx="1381596" cy="12274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B4784B-9124-DA18-E5CF-7F74FE7BF2BC}"/>
              </a:ext>
            </a:extLst>
          </p:cNvPr>
          <p:cNvSpPr txBox="1"/>
          <p:nvPr/>
        </p:nvSpPr>
        <p:spPr>
          <a:xfrm>
            <a:off x="7508240" y="2255520"/>
            <a:ext cx="428685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the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case handling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legal services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productivity</a:t>
            </a:r>
          </a:p>
        </p:txBody>
      </p:sp>
    </p:spTree>
    <p:extLst>
      <p:ext uri="{BB962C8B-B14F-4D97-AF65-F5344CB8AC3E}">
        <p14:creationId xmlns:p14="http://schemas.microsoft.com/office/powerpoint/2010/main" val="1712977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0080-E8E1-1D8E-71E4-07A5D6C9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0464" y="365125"/>
            <a:ext cx="5974774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5A2A6-89D5-E83D-61DE-D39078334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891" y="2168525"/>
            <a:ext cx="5595103" cy="3712730"/>
          </a:xfrm>
        </p:spPr>
        <p:txBody>
          <a:bodyPr>
            <a:noAutofit/>
          </a:bodyPr>
          <a:lstStyle/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Digitize law firm operations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clients and legal cases efficiently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appointment scheduling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legal documents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and analytics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lawyer-client communication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21DC7-789C-6428-8134-140F1D8A1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91" y="337259"/>
            <a:ext cx="1103472" cy="1353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8DFF9A-FBEB-8BE2-12BA-37AAE096D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498" y="343353"/>
            <a:ext cx="1381596" cy="1227474"/>
          </a:xfrm>
          <a:prstGeom prst="rect">
            <a:avLst/>
          </a:prstGeom>
        </p:spPr>
      </p:pic>
      <p:pic>
        <p:nvPicPr>
          <p:cNvPr id="4" name="Picture 3" descr="Comprehensive Guide to Legal Case Management Software Development">
            <a:extLst>
              <a:ext uri="{FF2B5EF4-FFF2-40B4-BE49-F238E27FC236}">
                <a16:creationId xmlns:a16="http://schemas.microsoft.com/office/drawing/2014/main" id="{535E1E15-49DD-4F0D-D5A5-16BDD727C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821" y="1690687"/>
            <a:ext cx="5595103" cy="419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692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87B15-3D05-4EB7-8BE9-CD67D96B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0072" y="365125"/>
            <a:ext cx="6483927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SYSTEM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7DD8F3-E7BC-529F-4FE9-A11BCFB428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33374"/>
            <a:ext cx="10515599" cy="4094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Intelligent Digital Law Firm Management System provides: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Management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Management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Lawyer Management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Storage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Scheduling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&amp; Payment Tracking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59C114-6DFB-8602-F32C-C2FE8C540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91" y="337259"/>
            <a:ext cx="1103472" cy="1353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373FBE-0E08-1BE0-A993-0D2CA84F2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498" y="343353"/>
            <a:ext cx="1381596" cy="1227474"/>
          </a:xfrm>
          <a:prstGeom prst="rect">
            <a:avLst/>
          </a:prstGeom>
        </p:spPr>
      </p:pic>
      <p:pic>
        <p:nvPicPr>
          <p:cNvPr id="3" name="Picture 2" descr="System Architecture of the proposed system to analyze legal documents. |  Download Scientific Diagram">
            <a:extLst>
              <a:ext uri="{FF2B5EF4-FFF2-40B4-BE49-F238E27FC236}">
                <a16:creationId xmlns:a16="http://schemas.microsoft.com/office/drawing/2014/main" id="{A7D748BB-4665-5086-943A-1137D7887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101" y="2361235"/>
            <a:ext cx="6192455" cy="395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18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81CB-75F7-B82A-7101-33CAAC24B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457" y="365125"/>
            <a:ext cx="513805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982DCB-91A5-C77C-09B3-86E860685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91" y="337259"/>
            <a:ext cx="1103472" cy="1353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6C98AB-6A91-E61C-6D3E-55D7D9C31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513" y="337259"/>
            <a:ext cx="1381596" cy="1227474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02BB83A-A77F-BA14-B34B-3E8C3A7A0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860B2B3-2A0D-452F-4200-9A4561FD2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58" y="1695179"/>
            <a:ext cx="10718390" cy="46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92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C0B57-E5C8-387F-4100-3E592A2DD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8866" y="337259"/>
            <a:ext cx="4354286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057AA-38F6-CBCB-162C-D2CB43DF4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686" y="1825625"/>
            <a:ext cx="9568543" cy="4351338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IN" b="1" dirty="0"/>
              <a:t>Client Management Module</a:t>
            </a:r>
          </a:p>
          <a:p>
            <a:pPr marL="0" indent="0" algn="ctr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Functions:</a:t>
            </a:r>
            <a:endParaRPr lang="en-IN" dirty="0"/>
          </a:p>
          <a:p>
            <a:pPr lvl="0"/>
            <a:r>
              <a:rPr lang="en-IN" dirty="0"/>
              <a:t>Client registration and profile management</a:t>
            </a:r>
          </a:p>
          <a:p>
            <a:pPr lvl="0"/>
            <a:r>
              <a:rPr lang="en-IN" dirty="0"/>
              <a:t>Store client information securely</a:t>
            </a:r>
          </a:p>
          <a:p>
            <a:pPr lvl="0"/>
            <a:r>
              <a:rPr lang="en-IN" dirty="0"/>
              <a:t>Track client history and case details</a:t>
            </a:r>
          </a:p>
          <a:p>
            <a:pPr lvl="0"/>
            <a:r>
              <a:rPr lang="en-IN" dirty="0"/>
              <a:t>Manage client appointments</a:t>
            </a:r>
          </a:p>
          <a:p>
            <a:pPr marL="0" indent="0">
              <a:buNone/>
            </a:pPr>
            <a:r>
              <a:rPr lang="en-IN" b="1" dirty="0"/>
              <a:t>Benefits:</a:t>
            </a:r>
            <a:endParaRPr lang="en-IN" dirty="0"/>
          </a:p>
          <a:p>
            <a:pPr lvl="0"/>
            <a:r>
              <a:rPr lang="en-IN" dirty="0"/>
              <a:t>Quick access to client records</a:t>
            </a:r>
          </a:p>
          <a:p>
            <a:pPr lvl="0"/>
            <a:r>
              <a:rPr lang="en-IN" dirty="0"/>
              <a:t>Improved client communication</a:t>
            </a:r>
          </a:p>
          <a:p>
            <a:pPr marL="0" indent="0">
              <a:buNone/>
            </a:pPr>
            <a:br>
              <a:rPr lang="en-IN" sz="2400" dirty="0"/>
            </a:br>
            <a:endParaRPr lang="en-I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90AE5-130C-1926-CA98-1A769CE6E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91" y="337259"/>
            <a:ext cx="1103472" cy="1353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F449C8-ED8F-FBE3-02DB-9586DBC19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513" y="337259"/>
            <a:ext cx="1381596" cy="1227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BE443E-7F00-9A17-C71D-EA94DCEBD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080" y="2672080"/>
            <a:ext cx="4429760" cy="418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421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E74FC-411E-BC62-A942-65189084C4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A2D94-6559-0D55-DAD6-FEFA60A278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07AF50-AD78-7EEA-107B-AD0BD16CE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889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A42DD0-93E7-E86F-56D6-0DD7F3B2E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54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15E7-C60B-484E-5F28-BE019DC38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BC30B-F59D-6BBD-4A19-DBDE63551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BA7A55-B61A-3AB0-EC18-2C837DE05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827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2A80A-32FA-D53B-F10F-F187325BE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811" y="151875"/>
            <a:ext cx="5105401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E6B63F-E98B-C5C7-42CE-E4AAF43B5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91" y="337259"/>
            <a:ext cx="1103472" cy="1353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78E1B8-44DC-CAA3-F470-B5F27233A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513" y="337259"/>
            <a:ext cx="1381596" cy="12274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9CD974-B3D9-F22D-F077-34C7FFCDFCAE}"/>
              </a:ext>
            </a:extLst>
          </p:cNvPr>
          <p:cNvSpPr txBox="1"/>
          <p:nvPr/>
        </p:nvSpPr>
        <p:spPr>
          <a:xfrm>
            <a:off x="1035627" y="2129905"/>
            <a:ext cx="63703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manage legal cases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cases to lawyers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case status and progress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case-related documents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case tracking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paperwork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workflow management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5E1EDA-BDC2-9ABE-00DE-BC255EAD0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360" y="1912920"/>
            <a:ext cx="4724400" cy="39708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FC75C8-8DF6-C47F-2ACE-6F6DA1C176A4}"/>
              </a:ext>
            </a:extLst>
          </p:cNvPr>
          <p:cNvSpPr txBox="1"/>
          <p:nvPr/>
        </p:nvSpPr>
        <p:spPr>
          <a:xfrm>
            <a:off x="3480158" y="1391241"/>
            <a:ext cx="42907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Management Module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0994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DC143-1F99-2A94-C760-7D8517BED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956F2-3078-F3D6-D633-0E2779B62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811" y="151875"/>
            <a:ext cx="5105401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DAE64B-B388-1EBE-C0CA-7CC21A1F7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91" y="337259"/>
            <a:ext cx="1103472" cy="1353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CB141A-A6B1-2A15-7E3C-4C0A46D94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513" y="337259"/>
            <a:ext cx="1381596" cy="12274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1851C6-31A4-DF7F-F8E6-83368AC6EF4D}"/>
              </a:ext>
            </a:extLst>
          </p:cNvPr>
          <p:cNvSpPr txBox="1"/>
          <p:nvPr/>
        </p:nvSpPr>
        <p:spPr>
          <a:xfrm>
            <a:off x="1035627" y="2129905"/>
            <a:ext cx="63703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manage legal cases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cases to lawyers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case status and progress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case-related documents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case tracking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paperwork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workflow management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F960C1-BFD9-2410-F9F4-82AA5981D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360" y="1912920"/>
            <a:ext cx="4724400" cy="39708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8EA145-1E35-E41C-805B-9939C8B2CAB1}"/>
              </a:ext>
            </a:extLst>
          </p:cNvPr>
          <p:cNvSpPr txBox="1"/>
          <p:nvPr/>
        </p:nvSpPr>
        <p:spPr>
          <a:xfrm>
            <a:off x="3480158" y="1391241"/>
            <a:ext cx="42907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Management Module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9095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202349-4002-F006-4896-01DA33E21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861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EE05-0302-F539-6DED-0BB4269585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157DC0-89EB-AAB9-631D-93C83022EA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BF617B-A5F8-760F-068B-914366122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629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928F45-FC7D-1099-6ABD-22AA403C4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91" y="337259"/>
            <a:ext cx="1103472" cy="1353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7CC594-4D9F-55AF-D1EA-A33A12813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513" y="337259"/>
            <a:ext cx="1381596" cy="12274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C01A77-1AD2-7D87-FFD3-A1C8089EA4FE}"/>
              </a:ext>
            </a:extLst>
          </p:cNvPr>
          <p:cNvSpPr txBox="1"/>
          <p:nvPr/>
        </p:nvSpPr>
        <p:spPr>
          <a:xfrm>
            <a:off x="3308356" y="766330"/>
            <a:ext cx="4754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C63E8-6D3C-4EBE-EC1D-49CD73E2F3BA}"/>
              </a:ext>
            </a:extLst>
          </p:cNvPr>
          <p:cNvSpPr txBox="1"/>
          <p:nvPr/>
        </p:nvSpPr>
        <p:spPr>
          <a:xfrm>
            <a:off x="1035627" y="1690688"/>
            <a:ext cx="663517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Document &amp; Billing Management Module</a:t>
            </a:r>
          </a:p>
          <a:p>
            <a:pPr algn="ctr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and manage legal documents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invoices and bills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payments and transaction history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financial reports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document storage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billing process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financial monitoring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CF2880-969C-93FD-EE1D-7A09C3D9A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110" y="2184400"/>
            <a:ext cx="47625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709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399B1D-E038-B01F-6740-2491FF7F7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91" y="337259"/>
            <a:ext cx="1103472" cy="1353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4DC214-A55A-C96E-3AD4-5E3AD884B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513" y="337259"/>
            <a:ext cx="1381596" cy="12274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46D0D2-5D28-D0C0-D7CD-A4766A525D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9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775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75089-6A32-3B58-6B50-E7DA6EAFE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5263" y="365125"/>
            <a:ext cx="7241474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D3F378-CE86-DC5A-3AF2-320ED7451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91" y="337259"/>
            <a:ext cx="1103472" cy="1353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0C8028-D14D-1E38-9CFB-3A557E451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513" y="337259"/>
            <a:ext cx="1381596" cy="1227474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162772C4-A6DD-AA1E-233A-76C85BD770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74300" y="1901875"/>
            <a:ext cx="8242437" cy="45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digitized client, case, and document management processes.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paperwork and administrative workload.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 in maintaining legal records and case information.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quick retrieval of client and case details.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 through authenticated user access.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Streamlined appointment scheduling and case tracking.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communication between lawyers and clients.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reports and billing information efficiently.</a:t>
            </a:r>
          </a:p>
        </p:txBody>
      </p:sp>
    </p:spTree>
    <p:extLst>
      <p:ext uri="{BB962C8B-B14F-4D97-AF65-F5344CB8AC3E}">
        <p14:creationId xmlns:p14="http://schemas.microsoft.com/office/powerpoint/2010/main" val="2348972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4563D-DAA8-7BF6-1599-B8F4E459B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EF31C-8143-D862-3716-28F5B2137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826" y="479352"/>
            <a:ext cx="7907481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E7896-E5E0-BCDB-1D42-8A41308BB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054" y="1919143"/>
            <a:ext cx="9488313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Intelligent Digital Law Firm Management System successfully automates the major activities of a law firm.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efficient management of clients, cases, documents, and billing information.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work, improves data accuracy, and enhances security.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and MySQL provide a reliable platform for developing a scalable legal management solution.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improves overall productivity and helps law firms deliver better services to their clients.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26F1BA-5E80-8B69-D15D-5165A2EEE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91" y="337259"/>
            <a:ext cx="1103472" cy="1353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B2BCD1-F9B5-E62D-6D06-93F0955F8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513" y="337259"/>
            <a:ext cx="1381596" cy="122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573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93501-02E9-7682-64C0-8B499B0D2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826" y="479352"/>
            <a:ext cx="7907481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0BE34-E0F6-83E9-97BD-60421FC7C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054" y="1919143"/>
            <a:ext cx="9488313" cy="4351338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Artificial Intelligence for legal research and case recommendations.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mobile application for lawyers and clients.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storage for secure access to legal documents from anywhere.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chatbot support for client queries and appointment booking.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and reporting for better decision-making.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 through email and SMS for case updates and appointments.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Multi-branch support for managing large law firms across different locations.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EA7FB8-C6CC-251D-BF7C-4A4F6DA78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91" y="337259"/>
            <a:ext cx="1103472" cy="1353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0C84D0-3267-3866-4AFD-15D0D855C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513" y="337259"/>
            <a:ext cx="1381596" cy="122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50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5DAAC8-C06A-1D83-CDF6-6790805E0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982" y="1007920"/>
            <a:ext cx="6423600" cy="45720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1791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540</Words>
  <Application>Microsoft Office PowerPoint</Application>
  <PresentationFormat>Widescreen</PresentationFormat>
  <Paragraphs>114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INTRODUCTION</vt:lpstr>
      <vt:lpstr>PROBLEM DEFINITION</vt:lpstr>
      <vt:lpstr>OBJECTIVES</vt:lpstr>
      <vt:lpstr> PROPOSED SYSTEM </vt:lpstr>
      <vt:lpstr>ARCHITECTURE</vt:lpstr>
      <vt:lpstr>MODULE 1</vt:lpstr>
      <vt:lpstr>PowerPoint Presentation</vt:lpstr>
      <vt:lpstr>PowerPoint Presentation</vt:lpstr>
      <vt:lpstr>PowerPoint Presentation</vt:lpstr>
      <vt:lpstr>MODULE 2</vt:lpstr>
      <vt:lpstr>MODULE 2</vt:lpstr>
      <vt:lpstr>PowerPoint Presentation</vt:lpstr>
      <vt:lpstr>PowerPoint Presentation</vt:lpstr>
      <vt:lpstr>PowerPoint Presentation</vt:lpstr>
      <vt:lpstr>PowerPoint Presentation</vt:lpstr>
      <vt:lpstr>RESULT AND ANALYSIS</vt:lpstr>
      <vt:lpstr>CONCLUSION</vt:lpstr>
      <vt:lpstr>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SURU SAI</dc:creator>
  <cp:lastModifiedBy>NANDINI MATTA</cp:lastModifiedBy>
  <cp:revision>14</cp:revision>
  <dcterms:created xsi:type="dcterms:W3CDTF">2026-01-30T03:12:06Z</dcterms:created>
  <dcterms:modified xsi:type="dcterms:W3CDTF">2026-09-04T03:49:38Z</dcterms:modified>
</cp:coreProperties>
</file>